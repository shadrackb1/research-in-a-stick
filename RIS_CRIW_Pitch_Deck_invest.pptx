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6" r:id="rId6"/>
    <p:sldId id="269" r:id="rId7"/>
    <p:sldId id="272" r:id="rId8"/>
    <p:sldId id="275" r:id="rId9"/>
    <p:sldId id="278" r:id="rId10"/>
    <p:sldId id="281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718" autoAdjust="0"/>
  </p:normalViewPr>
  <p:slideViewPr>
    <p:cSldViewPr>
      <p:cViewPr varScale="1">
        <p:scale>
          <a:sx n="78" d="100"/>
          <a:sy n="78" d="100"/>
        </p:scale>
        <p:origin x="954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‘Zero internet. Full research stack on one stick.’ Introduce RIS in one sentence: an offline AI research lab on a USB drive for students who cannot rely on constant internet. Point to Kabarak / CRIW. Keep this slide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constraint. This is the gap RIS already solves on a working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mock-up. The stick on the table runs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is proven. Next is brand, packs, and campus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know who pays. Investment expands reach, not product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model is set. Capital funds sticks, brand, and campus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 plan. Investment buys sticks, champions, and brand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 capital, not R&amp;D. Product exists. Brand and distribution need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we are a team of four. Swap names before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investment ask. Product exists. Brand and scale need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2011A-79B5-4673-9708-57E740B8EE37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4066-A5FC-4265-B1F0-89F024DF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50000"/>
            <a:ext cx="7772400" cy="900000"/>
          </a:xfrm>
        </p:spPr>
        <p:txBody>
          <a:bodyPr wrap="square"/>
          <a:lstStyle/>
          <a:p>
            <a:r>
              <a:rPr lang="en-US" dirty="0" sz="2800"/>
              <a:t>Research-in-a-Stick (RIS)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552" y="3400000"/>
            <a:ext cx="6400800" cy="900000"/>
          </a:xfrm>
        </p:spPr>
        <p:txBody>
          <a:bodyPr wrap="square">
            <a:norm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KABARAK UNIVERSITY · CRIW 2026</a:t>
            </a:r>
          </a:p>
          <a:p>
            <a:r>
              <a:rPr sz="1600"/>
              <a:t>Working product. Business model ready. Investment to scale.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560" y="900000"/>
            <a:ext cx="7772400" cy="700000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READY TO SCALE</a:t>
            </a:r>
            <a:r>
              <a:rPr kumimoji="0" lang="en-US" sz="3600" b="1" i="0" u="none" strike="noStrike" kern="1200" cap="none" spc="0" normalizeH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B020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203598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39662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Research stops when internet runs 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99662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Cloud AI and online encyclopedias need a live connection and paid internet.</a:t>
            </a:r>
          </a:p>
          <a:p>
            <a:r>
              <a:rPr sz="1600"/>
              <a:t>When internet is expensive or Wi-Fi drops, students skip sources, reuse old notes, or abandon assignments.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203598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PROBLEM STATEMENT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176388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12452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We already built it: offline research on a USB stick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72452"/>
            <a:ext cx="7488832" cy="2700000"/>
          </a:xfrm>
        </p:spPr>
        <p:txBody>
          <a:bodyPr wrap="square"/>
          <a:lstStyle/>
          <a:p>
            <a:pPr lvl="0"/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Working prototype: local AI chat, notes, offline encyclopedia, citations, data tools.</a:t>
            </a:r>
          </a:p>
          <a:p>
            <a:r>
              <a:rPr sz="1600"/>
              <a:t>Plug in, double-click launcher, browser opens. No cloud. No account.</a:t>
            </a:r>
          </a:p>
          <a:p>
            <a:r>
              <a:rPr sz="1600"/>
              <a:t>Demo-ready on ordinary Windows laptops.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176388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SOLUTION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059582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Ready product: offline, private, one click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pPr lvl="0" algn="l">
              <a:buFont typeface="Arial" pitchFamily="34" charset="0"/>
              <a:buChar char="•"/>
            </a:pPr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• Fully offline. No account, no API key</a:t>
            </a:r>
          </a:p>
          <a:p>
            <a:r>
              <a:rPr sz="1600"/>
              <a:t>• Chat, library, wiki, citations, data tools on one stick</a:t>
            </a:r>
          </a:p>
          <a:p>
            <a:r>
              <a:rPr sz="1600"/>
              <a:t>• CPU-only. Works on ordinary Windows laptops</a:t>
            </a:r>
          </a:p>
          <a:p>
            <a:r>
              <a:rPr sz="1600"/>
              <a:t>• Files stay on the device for thesis and field work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059582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VALUE PROPOSITION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059582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Clear buyers: students, then campuses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Primary: undergrads and postgrads who need research without daily internet costs.</a:t>
            </a:r>
          </a:p>
          <a:p>
            <a:r>
              <a:rPr sz="1600"/>
              <a:t>Secondary: health and agriculture teams; schools sharing lab PCs.</a:t>
            </a:r>
          </a:p>
          <a:p>
            <a:r>
              <a:rPr sz="1600"/>
              <a:t>Beachhead: 3 universities, ~1,500 seats in year one.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059582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MARKET OPPORTUNITY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11760" y="1104380"/>
            <a:ext cx="410445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40444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Revenue model already defined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00444"/>
            <a:ext cx="7488832" cy="2700000"/>
          </a:xfrm>
        </p:spPr>
        <p:txBody>
          <a:bodyPr wrap="square"/>
          <a:lstStyle/>
          <a:p>
            <a:r>
              <a:rPr lang="en-US" dirty="0" sz="1600"/>
              <a:t>• Free: core stick for demos and trials</a:t>
            </a:r>
          </a:p>
          <a:p>
            <a:r>
              <a:rPr sz="1600"/>
              <a:t>• Student Pro: ~KSh 650-2,000 / year for larger packs</a:t>
            </a:r>
          </a:p>
          <a:p>
            <a:r>
              <a:rPr sz="1600"/>
              <a:t>• Campus: ~KSh 130,000-520,000 / year for imaging and training</a:t>
            </a:r>
          </a:p>
          <a:p>
            <a:r>
              <a:rPr sz="1600"/>
              <a:t>• Unit build: ~KSh 1,500-2,900 per stick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11760" y="1104380"/>
            <a:ext cx="410445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BUSINESS MODEL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9752" y="1181199"/>
            <a:ext cx="4320480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17263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Scale plan: pilots, then campuses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77263"/>
            <a:ext cx="7488832" cy="2700000"/>
          </a:xfrm>
        </p:spPr>
        <p:txBody>
          <a:bodyPr wrap="square"/>
          <a:lstStyle/>
          <a:p>
            <a:r>
              <a:rPr lang="en-US" dirty="0" sz="1600">
                <a:solidFill>
                  <a:schemeClr val="tx1">
                    <a:lumMod val="50000"/>
                    <a:lumOff val="50000"/>
                  </a:schemeClr>
                </a:solidFill>
              </a:rPr>
              <a:t>1. CRIW and campus demos: collect pilot commitments</a:t>
            </a:r>
          </a:p>
          <a:p>
            <a:r>
              <a:rPr sz="1600"/>
              <a:t>2. 12-month pilot: 3 campuses, student champions</a:t>
            </a:r>
          </a:p>
          <a:p>
            <a:r>
              <a:rPr sz="1600"/>
              <a:t>3. Convert one paid campus licence from usage proof</a:t>
            </a:r>
          </a:p>
          <a:p>
            <a:r>
              <a:rPr sz="1600"/>
              <a:t>4. Brand push via research offices, clubs, NGO programmes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39752" y="1181199"/>
            <a:ext cx="4320480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GO-TO-MARKET STRATEGY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784" y="1104380"/>
            <a:ext cx="374441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40444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Investment: ~KSh 3.2-6.7M to scale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300444"/>
            <a:ext cx="7488832" cy="2700000"/>
          </a:xfrm>
        </p:spPr>
        <p:txBody>
          <a:bodyPr wrap="square"/>
          <a:lstStyle/>
          <a:p>
            <a:r>
              <a:rPr lang="en-US" dirty="0" sz="1600"/>
              <a:t>Sticks KSh 2.3-4.3M · Content and QA KSh 0.4-1.0M</a:t>
            </a:r>
          </a:p>
          <a:p>
            <a:r>
              <a:rPr sz="1600"/>
              <a:t>Champions and travel KSh 0.3-0.8M · Support KSh 0.3-0.6M</a:t>
            </a:r>
          </a:p>
          <a:p>
            <a:r>
              <a:rPr sz="1600"/>
              <a:t>Outcome: 200+ sticks in market, brand assets, one paid campus licence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27784" y="1104380"/>
            <a:ext cx="374441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FINANCIAL OVERVIEW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27784" y="1059582"/>
            <a:ext cx="3744416" cy="576064"/>
          </a:xfrm>
          <a:prstGeom prst="rect">
            <a:avLst/>
          </a:prstGeom>
          <a:solidFill>
            <a:srgbClr val="8B02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95646"/>
            <a:ext cx="7772400" cy="500000"/>
          </a:xfrm>
        </p:spPr>
        <p:txBody>
          <a:bodyPr wrap="square">
            <a:normAutofit/>
          </a:bodyPr>
          <a:lstStyle/>
          <a:p>
            <a:r>
              <a:rPr lang="en-US" sz="2400" b="1" dirty="0"/>
              <a:t>Team of four ready to execute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255646"/>
            <a:ext cx="7488832" cy="2700000"/>
          </a:xfrm>
        </p:spPr>
        <p:txBody>
          <a:bodyPr wrap="square"/>
          <a:lstStyle/>
          <a:p>
            <a:pPr algn="l">
              <a:buFont typeface="Arial" pitchFamily="34" charset="0"/>
              <a:buChar char="•"/>
            </a:pPr>
            <a:r>
              <a:rPr lang="en-US" dirty="0" sz="1600"/>
              <a:t>We are a team of four.</a:t>
            </a:r>
          </a:p>
          <a:p>
            <a:r>
              <a:rPr sz="1600"/>
              <a:t>Member 1 · Name: [Full name] · Role: Impact and story</a:t>
            </a:r>
          </a:p>
          <a:p>
            <a:r>
              <a:rPr sz="1600"/>
              <a:t>Member 2 · Name: [Full name] · Role: Product demo</a:t>
            </a:r>
          </a:p>
          <a:p>
            <a:r>
              <a:rPr sz="1600"/>
              <a:t>Member 3 · Name: [Full name] · Role: Tech stack</a:t>
            </a:r>
          </a:p>
          <a:p>
            <a:r>
              <a:rPr sz="1600"/>
              <a:t>Member 4 · Name: [Full name] · Role: Business and pilot</a:t>
            </a:r>
          </a:p>
          <a:p>
            <a:r>
              <a:rPr sz="1600"/>
              <a:t>Advisor · Name: [Name] · [University / partner]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627784" y="1059582"/>
            <a:ext cx="3744416" cy="57606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TEAM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sz="2800"/>
              <a:t>Invest to scale 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800"/>
              <a:t>Ask: seed funding + one host-university MOU.</a:t>
            </a:r>
            <a:br/>
            <a:r>
              <a:t/>
            </a:r>
          </a:p>
          <a:p>
            <a:r>
              <a:rPr sz="1800"/>
              <a:t>We have the stick, the stack, and the model. You fund brand and scale.</a:t>
            </a: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123</Words>
  <Application>Microsoft Office PowerPoint</Application>
  <PresentationFormat>On-screen Show (16:9)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Your Name</vt:lpstr>
      <vt:lpstr>Clear Definition of the Problem</vt:lpstr>
      <vt:lpstr>Description of Your Innovation</vt:lpstr>
      <vt:lpstr>Unique Selling Points (USPs)</vt:lpstr>
      <vt:lpstr>Target Market</vt:lpstr>
      <vt:lpstr>Revenue Streams</vt:lpstr>
      <vt:lpstr>Marketing and Sales Strategy</vt:lpstr>
      <vt:lpstr>Cost Estimates</vt:lpstr>
      <vt:lpstr>Introduction of Key Team Members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Name</dc:title>
  <dc:creator>Reuben</dc:creator>
  <cp:lastModifiedBy>Andrew Kipkebut</cp:lastModifiedBy>
  <cp:revision>22</cp:revision>
  <dcterms:created xsi:type="dcterms:W3CDTF">2024-09-02T06:13:14Z</dcterms:created>
  <dcterms:modified xsi:type="dcterms:W3CDTF">2026-09-14T06:49:30Z</dcterms:modified>
</cp:coreProperties>
</file>