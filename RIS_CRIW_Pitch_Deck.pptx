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6" r:id="rId6"/>
    <p:sldId id="269" r:id="rId7"/>
    <p:sldId id="272" r:id="rId8"/>
    <p:sldId id="275" r:id="rId9"/>
    <p:sldId id="278" r:id="rId10"/>
    <p:sldId id="281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718" autoAdjust="0"/>
  </p:normalViewPr>
  <p:slideViewPr>
    <p:cSldViewPr>
      <p:cViewPr varScale="1">
        <p:scale>
          <a:sx n="78" d="100"/>
          <a:sy n="78" d="100"/>
        </p:scale>
        <p:origin x="954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‘Zero internet. Full research stack on one stick.’ Introduce RIS in one sentence: an offline AI research lab on a USB drive for students who cannot rely on constant internet. Point to Kabarak / CRIW. Keep this slide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constraint: paid internet and weak Wi‑Fi. Transition: we put the lab on a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if the stick is ready: one chat question (e.g. malaria symptoms). If demo fails, continue from backup screenshots. Emphasise: no account, no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USPs in four beats. Contrast with cloud chatbots that always need a login. Privacy matters for clinical notes and unpublished survey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a huge market yet. Beachhead is campuses we can reach through CRIW and university partners. Ask the room: who here has run out of bundle mid-assignment?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Prices in Kenya Shillings. Ranges, not a live storefront. Free → Student Pro →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 is trust + champions, not paid ads. Success gate before scaling: weekly active ≥ 35% and at least one paid campus licence.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KSh range, not fake precision. Biggest cost is sticks; biggest risk is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‘We are a team of four.’ Walk the four member fields. Swap [Full name] before the event. ~45s each; do not read bios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ask, not ‘thank you’. Leave the USB on the table for judges to try. Contact: [email].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50000"/>
            <a:ext cx="7772400" cy="900000"/>
          </a:xfrm>
        </p:spPr>
        <p:txBody>
          <a:bodyPr wrap="square"/>
          <a:lstStyle/>
          <a:p>
            <a:r>
              <a:rPr lang="en-US" dirty="0" sz="3000"/>
              <a:t>Research-in-a-Stick (RIS)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9552" y="3400000"/>
            <a:ext cx="6400800" cy="900000"/>
          </a:xfrm>
        </p:spPr>
        <p:txBody>
          <a:bodyPr wrap="square">
            <a:norm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KABARAK UNIVERSITY · CRIW 2026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1560" y="900000"/>
            <a:ext cx="7772400" cy="70000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8B020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INNOVATION TITLE</a:t>
            </a:r>
            <a:r>
              <a:rPr kumimoji="0" lang="en-US" sz="3600" b="1" i="0" u="none" strike="noStrike" kern="1200" cap="none" spc="0" normalizeH="0" noProof="0" dirty="0">
                <a:ln>
                  <a:noFill/>
                </a:ln>
                <a:solidFill>
                  <a:srgbClr val="8B020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B020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203598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39662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Research stops when internet runs 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99662"/>
            <a:ext cx="7488832" cy="2700000"/>
          </a:xfrm>
        </p:spPr>
        <p:txBody>
          <a:bodyPr wrap="square"/>
          <a:lstStyle/>
          <a:p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Cloud AI and online encyclopedias need a live connection and paid internet.</a:t>
            </a:r>
          </a:p>
          <a:p>
            <a:r>
              <a:rPr sz="1600"/>
              <a:t>When internet is expensive or Wi‑Fi drops, students skip sources, reuse old notes, or abandon assignments.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203598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PROBLEM STATEMENT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176388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12452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A USB stick that works offline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72452"/>
            <a:ext cx="7488832" cy="2700000"/>
          </a:xfrm>
        </p:spPr>
        <p:txBody>
          <a:bodyPr wrap="square"/>
          <a:lstStyle/>
          <a:p>
            <a:pPr lvl="0"/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Plug in → double-click launcher → a browser page opens on the same computer.</a:t>
            </a:r>
          </a:p>
          <a:p>
            <a:r>
              <a:rPr sz="1600"/>
              <a:t>Chat with a local AI · search built-in notes · open an offline encyclopedia · ask questions about your PDFs · format references.</a:t>
            </a:r>
          </a:p>
          <a:p>
            <a:r>
              <a:rPr sz="1600"/>
              <a:t>Nothing is sent to the cloud.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176388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SOLUTION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059582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95646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Offline · private · one click · academic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255646"/>
            <a:ext cx="7488832" cy="2700000"/>
          </a:xfrm>
        </p:spPr>
        <p:txBody>
          <a:bodyPr wrap="square"/>
          <a:lstStyle/>
          <a:p>
            <a:pPr lvl="0" algn="l">
              <a:buFont typeface="Arial" pitchFamily="34" charset="0"/>
              <a:buChar char="•"/>
            </a:pPr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• Fully offline. No account, no API key</a:t>
            </a:r>
          </a:p>
          <a:p>
            <a:r>
              <a:rPr sz="1600"/>
              <a:t>• Chat + library + wiki + citations + simple data tools on one stick</a:t>
            </a:r>
          </a:p>
          <a:p>
            <a:r>
              <a:rPr sz="1600"/>
              <a:t>• Works on ordinary Windows laptops (CPU only)</a:t>
            </a:r>
          </a:p>
          <a:p>
            <a:r>
              <a:rPr sz="1600"/>
              <a:t>• Thesis and field notes stay on your device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059582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VALUE PROPOSITION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059582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95646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Students first, then field teams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255646"/>
            <a:ext cx="7488832" cy="2700000"/>
          </a:xfrm>
        </p:spPr>
        <p:txBody>
          <a:bodyPr wrap="square"/>
          <a:lstStyle/>
          <a:p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Primary: undergrads and postgrads who need research help without daily internet costs.</a:t>
            </a:r>
          </a:p>
          <a:p>
            <a:r>
              <a:rPr sz="1600"/>
              <a:t>Secondary: health and agriculture teams offline in the field; schools sharing lab PCs.</a:t>
            </a:r>
          </a:p>
          <a:p>
            <a:r>
              <a:rPr sz="1600"/>
              <a:t>Year-one beachhead: campus pilot: 3 universities, ~1,500 seats.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059582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MARKET OPPORTUNITY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104380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40444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Free trial → paid packs → campus licences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00444"/>
            <a:ext cx="7488832" cy="2700000"/>
          </a:xfrm>
        </p:spPr>
        <p:txBody>
          <a:bodyPr wrap="square"/>
          <a:lstStyle/>
          <a:p>
            <a:r>
              <a:rPr lang="en-US" dirty="0" sz="1600"/>
              <a:t>• Free: core stick experience for demos and trials</a:t>
            </a:r>
          </a:p>
          <a:p>
            <a:r>
              <a:rPr sz="1600"/>
              <a:t>• Student Pro: ~KSh 650–2,000 / year for larger offline packs and updates</a:t>
            </a:r>
          </a:p>
          <a:p>
            <a:r>
              <a:rPr sz="1600"/>
              <a:t>• Campus: ~KSh 130,000–520,000 / year for imaging, training, custom content</a:t>
            </a:r>
          </a:p>
          <a:p>
            <a:r>
              <a:rPr sz="1600"/>
              <a:t>• Unit build (planning): ~KSh 1,500–2,900 per stick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104380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BUSINESS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39752" y="1181199"/>
            <a:ext cx="4320480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17263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Pilot first, then scale with proof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77263"/>
            <a:ext cx="7488832" cy="2700000"/>
          </a:xfrm>
        </p:spPr>
        <p:txBody>
          <a:bodyPr wrap="square"/>
          <a:lstStyle/>
          <a:p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1. Demo at CRIW and campus events; capture pilot interest</a:t>
            </a:r>
          </a:p>
          <a:p>
            <a:r>
              <a:rPr sz="1600"/>
              <a:t>2. 12-month pilot on ~3 campuses with student champions</a:t>
            </a:r>
          </a:p>
          <a:p>
            <a:r>
              <a:rPr sz="1600"/>
              <a:t>3. Publish simple usage evidence; convert one paid site licence</a:t>
            </a:r>
          </a:p>
          <a:p>
            <a:r>
              <a:rPr sz="1600"/>
              <a:t>4. Expand via research offices, clubs, and NGO education programmes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39752" y="1181199"/>
            <a:ext cx="4320480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GO-TO-MARKET STRATEGY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7784" y="1104380"/>
            <a:ext cx="374441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40444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Pilot year: ~KSh 3.2–6.7M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00444"/>
            <a:ext cx="7488832" cy="2700000"/>
          </a:xfrm>
        </p:spPr>
        <p:txBody>
          <a:bodyPr wrap="square"/>
          <a:lstStyle/>
          <a:p>
            <a:r>
              <a:rPr lang="en-US" dirty="0" sz="1600"/>
              <a:t>Illustrative pilot (1,500 seats):</a:t>
            </a:r>
          </a:p>
          <a:p>
            <a:r>
              <a:rPr sz="1600"/>
              <a:t>Sticks KSh 2.3–4.3M · Content and QA KSh 0.4–1.0M</a:t>
            </a:r>
          </a:p>
          <a:p>
            <a:r>
              <a:rPr sz="1600"/>
              <a:t>Champions and travel KSh 0.3–0.8M · Support KSh 0.3–0.6M</a:t>
            </a:r>
          </a:p>
          <a:p>
            <a:r>
              <a:rPr sz="1600"/>
              <a:t>Scale only after weekly active ≥ 35% and ≥ 1 paid campus licence.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27784" y="1104380"/>
            <a:ext cx="374441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FINANCIAL OVERVIEW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7784" y="1059582"/>
            <a:ext cx="374441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95646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A team of four · one shared pitch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255646"/>
            <a:ext cx="7488832" cy="2700000"/>
          </a:xfrm>
        </p:spPr>
        <p:txBody>
          <a:bodyPr wrap="square"/>
          <a:lstStyle/>
          <a:p>
            <a:pPr algn="l">
              <a:buFont typeface="Arial" pitchFamily="34" charset="0"/>
              <a:buChar char="•"/>
            </a:pPr>
            <a:r>
              <a:rPr lang="en-US" dirty="0" sz="1600"/>
              <a:t>We are a team of four.</a:t>
            </a:r>
          </a:p>
          <a:p>
            <a:r>
              <a:rPr sz="1600"/>
              <a:t>Member 1 · Name: [Full name] · Role: Impact and story · Focus: problem, ask, close</a:t>
            </a:r>
          </a:p>
          <a:p>
            <a:r>
              <a:rPr sz="1600"/>
              <a:t>Member 2 · Name: [Full name] · Role: Product demo · Focus: live USB stick</a:t>
            </a:r>
          </a:p>
          <a:p>
            <a:r>
              <a:rPr sz="1600"/>
              <a:t>Member 3 · Name: [Full name] · Role: Tech stack · Focus: offline model and privacy</a:t>
            </a:r>
          </a:p>
          <a:p>
            <a:r>
              <a:rPr sz="1600"/>
              <a:t>Member 4 · Name: [Full name] · Role: Business · Focus: pilot plan &amp; costs</a:t>
            </a:r>
          </a:p>
          <a:p>
            <a:r>
              <a:rPr sz="1600"/>
              <a:t>Advisor · Name: [Name] · University / partner: [____]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27784" y="1059582"/>
            <a:ext cx="374441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sz="2800"/>
              <a:t>Plug in. Ask. Stay offline.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1800"/>
              <a:t>Request: seed for 200 sticks + one host-university MOU for a 12-month pilot.</a:t>
            </a:r>
            <a:br/>
            <a:r>
              <a:t/>
            </a:r>
          </a:p>
          <a:p>
            <a:r>
              <a:rPr sz="1800"/>
              <a:t>Works without internet. Full research stack on one stick.</a:t>
            </a:r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123</Words>
  <Application>Microsoft Office PowerPoint</Application>
  <PresentationFormat>On-screen Show (16:9)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Your Name</vt:lpstr>
      <vt:lpstr>Clear Definition of the Problem</vt:lpstr>
      <vt:lpstr>Description of Your Innovation</vt:lpstr>
      <vt:lpstr>Unique Selling Points (USPs)</vt:lpstr>
      <vt:lpstr>Target Market</vt:lpstr>
      <vt:lpstr>Revenue Streams</vt:lpstr>
      <vt:lpstr>Marketing and Sales Strategy</vt:lpstr>
      <vt:lpstr>Cost Estimates</vt:lpstr>
      <vt:lpstr>Introduction of Key Team Members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Name</dc:title>
  <dc:creator>Reuben</dc:creator>
  <cp:lastModifiedBy>Andrew Kipkebut</cp:lastModifiedBy>
  <cp:revision>22</cp:revision>
  <dcterms:created xsi:type="dcterms:W3CDTF">2024-09-02T06:13:14Z</dcterms:created>
  <dcterms:modified xsi:type="dcterms:W3CDTF">2026-09-14T06:49:30Z</dcterms:modified>
</cp:coreProperties>
</file>